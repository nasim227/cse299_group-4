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Canva Sans Bold" panose="020B0604020202020204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-59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1392544" y="4154952"/>
            <a:ext cx="11958151" cy="1929323"/>
            <a:chOff x="0" y="0"/>
            <a:chExt cx="3149472" cy="5081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49472" cy="508135"/>
            </a:xfrm>
            <a:custGeom>
              <a:avLst/>
              <a:gdLst/>
              <a:ahLst/>
              <a:cxnLst/>
              <a:rect l="l" t="t" r="r" b="b"/>
              <a:pathLst>
                <a:path w="3149472" h="508135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208957" y="-1011147"/>
            <a:ext cx="2647750" cy="2647750"/>
          </a:xfrm>
          <a:custGeom>
            <a:avLst/>
            <a:gdLst/>
            <a:ahLst/>
            <a:cxnLst/>
            <a:rect l="l" t="t" r="r" b="b"/>
            <a:pathLst>
              <a:path w="2647750" h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73748" y="1146060"/>
            <a:ext cx="846187" cy="981086"/>
          </a:xfrm>
          <a:custGeom>
            <a:avLst/>
            <a:gdLst/>
            <a:ahLst/>
            <a:cxnLst/>
            <a:rect l="l" t="t" r="r" b="b"/>
            <a:pathLst>
              <a:path w="846187" h="981086">
                <a:moveTo>
                  <a:pt x="0" y="0"/>
                </a:moveTo>
                <a:lnTo>
                  <a:pt x="846186" y="0"/>
                </a:lnTo>
                <a:lnTo>
                  <a:pt x="846186" y="981086"/>
                </a:lnTo>
                <a:lnTo>
                  <a:pt x="0" y="9810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3880" y="7934425"/>
            <a:ext cx="2146434" cy="2085875"/>
          </a:xfrm>
          <a:custGeom>
            <a:avLst/>
            <a:gdLst/>
            <a:ahLst/>
            <a:cxnLst/>
            <a:rect l="l" t="t" r="r" b="b"/>
            <a:pathLst>
              <a:path w="2647750" h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910985" y="1944723"/>
            <a:ext cx="7377015" cy="7313577"/>
            <a:chOff x="0" y="0"/>
            <a:chExt cx="880602" cy="8730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80602" cy="873030"/>
            </a:xfrm>
            <a:custGeom>
              <a:avLst/>
              <a:gdLst/>
              <a:ahLst/>
              <a:cxnLst/>
              <a:rect l="l" t="t" r="r" b="b"/>
              <a:pathLst>
                <a:path w="880602" h="873030">
                  <a:moveTo>
                    <a:pt x="677402" y="0"/>
                  </a:moveTo>
                  <a:lnTo>
                    <a:pt x="0" y="0"/>
                  </a:lnTo>
                  <a:lnTo>
                    <a:pt x="203200" y="873030"/>
                  </a:lnTo>
                  <a:lnTo>
                    <a:pt x="880602" y="873030"/>
                  </a:lnTo>
                  <a:lnTo>
                    <a:pt x="677402" y="0"/>
                  </a:lnTo>
                  <a:close/>
                </a:path>
              </a:pathLst>
            </a:custGeom>
            <a:blipFill>
              <a:blip r:embed="rId6"/>
              <a:stretch>
                <a:fillRect t="-25650" b="-25650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25946" y="2218980"/>
            <a:ext cx="17760385" cy="361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46"/>
              </a:lnSpc>
            </a:pPr>
            <a:r>
              <a:rPr lang="en-US" sz="8205" b="1" dirty="0">
                <a:solidFill>
                  <a:srgbClr val="FFFBFB"/>
                </a:solidFill>
                <a:latin typeface="+mj-lt"/>
                <a:ea typeface="Now Bold"/>
                <a:cs typeface="Now Bold"/>
                <a:sym typeface="Now Bold"/>
              </a:rPr>
              <a:t>BIKE STORE</a:t>
            </a:r>
          </a:p>
          <a:p>
            <a:pPr algn="l">
              <a:lnSpc>
                <a:spcPts val="8646"/>
              </a:lnSpc>
            </a:pPr>
            <a:r>
              <a:rPr lang="en-US" sz="7205" b="1" dirty="0">
                <a:solidFill>
                  <a:srgbClr val="FFFBFB"/>
                </a:solidFill>
                <a:latin typeface="+mj-lt"/>
                <a:ea typeface="Now Bold"/>
                <a:cs typeface="Now Bold"/>
                <a:sym typeface="Now Bold"/>
              </a:rPr>
              <a:t>MANAGEMENT SYSTEM</a:t>
            </a:r>
          </a:p>
          <a:p>
            <a:pPr algn="l">
              <a:lnSpc>
                <a:spcPts val="9846"/>
              </a:lnSpc>
            </a:pPr>
            <a:endParaRPr lang="en-US" sz="7205" b="1" dirty="0">
              <a:solidFill>
                <a:srgbClr val="FFFBFB"/>
              </a:solidFill>
              <a:latin typeface="+mj-lt"/>
              <a:ea typeface="Now Bold"/>
              <a:cs typeface="Now Bold"/>
              <a:sym typeface="Now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0970" y="5337186"/>
            <a:ext cx="12110766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9"/>
              </a:lnSpc>
            </a:pPr>
            <a:r>
              <a:rPr lang="en-US" sz="7007" b="1" dirty="0">
                <a:solidFill>
                  <a:srgbClr val="56AEFF"/>
                </a:solidFill>
                <a:latin typeface="+mj-lt"/>
                <a:ea typeface="Now Bold"/>
                <a:cs typeface="Now Bold"/>
                <a:sym typeface="Now Bold"/>
              </a:rPr>
              <a:t>WEEKLY REPORT </a:t>
            </a:r>
          </a:p>
          <a:p>
            <a:pPr algn="l">
              <a:lnSpc>
                <a:spcPts val="8409"/>
              </a:lnSpc>
            </a:pPr>
            <a:endParaRPr lang="en-US" sz="7007" b="1" dirty="0">
              <a:solidFill>
                <a:srgbClr val="56AEFF"/>
              </a:solidFill>
              <a:latin typeface="Now Bold"/>
              <a:ea typeface="Now Bold"/>
              <a:cs typeface="Now Bold"/>
              <a:sym typeface="Now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0970" y="6408748"/>
            <a:ext cx="6055383" cy="178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3"/>
              </a:lnSpc>
              <a:spcBef>
                <a:spcPct val="0"/>
              </a:spcBef>
            </a:pPr>
            <a:r>
              <a:rPr lang="en-US" sz="2236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TEAM MEMBERS 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sz="2313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1. MD. NASIM AHMED 2232936042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sz="2313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 2. MD. ABIR HASAN 2021833642 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  <a:r>
              <a:rPr lang="en-US" sz="2313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3. MD. MURAD UL MOMIN 2232360642</a:t>
            </a:r>
          </a:p>
          <a:p>
            <a:pPr algn="ctr">
              <a:lnSpc>
                <a:spcPts val="2776"/>
              </a:lnSpc>
              <a:spcBef>
                <a:spcPct val="0"/>
              </a:spcBef>
            </a:pPr>
            <a:endParaRPr lang="en-US" sz="2313" b="1" dirty="0">
              <a:solidFill>
                <a:srgbClr val="56AEFF"/>
              </a:solidFill>
              <a:ea typeface="Now Bold"/>
              <a:cs typeface="Now Bold"/>
              <a:sym typeface="Now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821" y="-32023"/>
            <a:ext cx="12728681" cy="954651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86007" y="3367706"/>
            <a:ext cx="6441300" cy="5270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</a:pPr>
            <a:r>
              <a:rPr lang="en-US" sz="2598" b="1" dirty="0">
                <a:solidFill>
                  <a:srgbClr val="56AEFF"/>
                </a:solidFill>
                <a:ea typeface="Canva Sans Bold"/>
                <a:cs typeface="Canva Sans Bold"/>
                <a:sym typeface="Canva Sans Bold"/>
              </a:rPr>
              <a:t>The Bike Store Management System is a dynamic web platform designed to manage and showcase bike products.</a:t>
            </a:r>
          </a:p>
          <a:p>
            <a:pPr algn="l">
              <a:lnSpc>
                <a:spcPts val="3638"/>
              </a:lnSpc>
            </a:pPr>
            <a:endParaRPr lang="en-US" sz="2598" b="1" dirty="0" smtClean="0">
              <a:solidFill>
                <a:srgbClr val="56AEFF"/>
              </a:solidFill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638"/>
              </a:lnSpc>
            </a:pPr>
            <a:r>
              <a:rPr lang="en-US" sz="2598" b="1" dirty="0" smtClean="0">
                <a:solidFill>
                  <a:srgbClr val="56AEFF"/>
                </a:solidFill>
                <a:ea typeface="Canva Sans Bold"/>
                <a:cs typeface="Canva Sans Bold"/>
                <a:sym typeface="Canva Sans Bold"/>
              </a:rPr>
              <a:t>This </a:t>
            </a:r>
            <a:r>
              <a:rPr lang="en-US" sz="2598" b="1" dirty="0">
                <a:solidFill>
                  <a:srgbClr val="56AEFF"/>
                </a:solidFill>
                <a:ea typeface="Canva Sans Bold"/>
                <a:cs typeface="Canva Sans Bold"/>
                <a:sym typeface="Canva Sans Bold"/>
              </a:rPr>
              <a:t>week, we focused on enhancing five major components to improve the user experience and product visibility.</a:t>
            </a:r>
          </a:p>
          <a:p>
            <a:pPr algn="ctr">
              <a:lnSpc>
                <a:spcPts val="15935"/>
              </a:lnSpc>
            </a:pPr>
            <a:endParaRPr lang="en-US" sz="2598" b="1" dirty="0">
              <a:solidFill>
                <a:srgbClr val="56AEFF"/>
              </a:solidFill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206693"/>
            <a:ext cx="5557806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0"/>
              </a:lnSpc>
            </a:pPr>
            <a:r>
              <a:rPr lang="en-US" sz="5343" b="1" dirty="0">
                <a:solidFill>
                  <a:srgbClr val="56AEFF"/>
                </a:solidFill>
                <a:latin typeface="+mj-lt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057" y="1744776"/>
            <a:ext cx="14895985" cy="6924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13"/>
              </a:lnSpc>
              <a:spcBef>
                <a:spcPct val="0"/>
              </a:spcBef>
            </a:pPr>
            <a:r>
              <a:rPr lang="en-US" sz="2511" b="1" dirty="0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en-US" sz="2511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A. ABOUT US PAGE</a:t>
            </a:r>
          </a:p>
          <a:p>
            <a:pPr marL="542192" lvl="1" indent="-271096">
              <a:lnSpc>
                <a:spcPts val="3013"/>
              </a:lnSpc>
              <a:buFont typeface="Arial"/>
              <a:buChar char="•"/>
            </a:pPr>
            <a:r>
              <a:rPr lang="en-US" sz="2511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DEVELOPED TO COMMUNICATE KEY SERVICE DETAILS.</a:t>
            </a:r>
          </a:p>
          <a:p>
            <a:pPr marL="728296" lvl="1" indent="-457200">
              <a:lnSpc>
                <a:spcPts val="3013"/>
              </a:lnSpc>
              <a:buFont typeface="Arial" panose="020B0604020202020204" pitchFamily="34" charset="0"/>
              <a:buChar char="•"/>
            </a:pPr>
            <a:r>
              <a:rPr lang="en-US" sz="2511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SUBSECTIONS: WHAT WE OFFER, WHY CHOOSE US?, LOCATION, QUALITY, AND SERVICE.</a:t>
            </a:r>
          </a:p>
          <a:p>
            <a:pPr>
              <a:lnSpc>
                <a:spcPts val="3013"/>
              </a:lnSpc>
            </a:pPr>
            <a:endParaRPr lang="en-US" sz="2511" b="1" dirty="0">
              <a:solidFill>
                <a:srgbClr val="56AEFF"/>
              </a:solidFill>
              <a:ea typeface="Now Bold"/>
              <a:cs typeface="Now Bold"/>
              <a:sym typeface="Now Bold"/>
            </a:endParaRPr>
          </a:p>
          <a:p>
            <a:pPr>
              <a:lnSpc>
                <a:spcPts val="3013"/>
              </a:lnSpc>
              <a:spcBef>
                <a:spcPct val="0"/>
              </a:spcBef>
            </a:pPr>
            <a:r>
              <a:rPr lang="en-US" sz="2511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 B. SHOW PRODUCTS</a:t>
            </a:r>
          </a:p>
          <a:p>
            <a:pPr marL="542192" lvl="1" indent="-271096">
              <a:lnSpc>
                <a:spcPts val="3013"/>
              </a:lnSpc>
              <a:buFont typeface="Arial"/>
              <a:buChar char="•"/>
            </a:pPr>
            <a:r>
              <a:rPr lang="en-US" sz="2511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DISPLAYS BIKE IMAGES DYNAMICALLY FROM THE DATABASE USING PHP.</a:t>
            </a:r>
          </a:p>
          <a:p>
            <a:pPr marL="542192" lvl="1" indent="-271096">
              <a:lnSpc>
                <a:spcPts val="3013"/>
              </a:lnSpc>
              <a:buFont typeface="Arial"/>
              <a:buChar char="•"/>
            </a:pPr>
            <a:r>
              <a:rPr lang="en-US" sz="2511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RESPONSIVE GRID LAYOUT STYLED WITH CSS.</a:t>
            </a:r>
          </a:p>
          <a:p>
            <a:pPr>
              <a:lnSpc>
                <a:spcPts val="3013"/>
              </a:lnSpc>
            </a:pPr>
            <a:endParaRPr lang="en-US" sz="2511" b="1" dirty="0">
              <a:solidFill>
                <a:srgbClr val="56AEFF"/>
              </a:solidFill>
              <a:ea typeface="Now Bold"/>
              <a:cs typeface="Now Bold"/>
              <a:sym typeface="Now Bold"/>
            </a:endParaRPr>
          </a:p>
          <a:p>
            <a:pPr>
              <a:lnSpc>
                <a:spcPts val="3013"/>
              </a:lnSpc>
            </a:pPr>
            <a:r>
              <a:rPr lang="en-US" sz="2511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 C. PRODUCT INFO</a:t>
            </a:r>
          </a:p>
          <a:p>
            <a:pPr marL="542192" lvl="1" indent="-271096">
              <a:lnSpc>
                <a:spcPts val="3013"/>
              </a:lnSpc>
              <a:buFont typeface="Arial"/>
              <a:buChar char="•"/>
            </a:pPr>
            <a:r>
              <a:rPr lang="en-US" sz="2511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SHOWS DETAILED SPECS: MODEL, ENGINE, PRICE, FEATURES.</a:t>
            </a:r>
          </a:p>
          <a:p>
            <a:pPr>
              <a:lnSpc>
                <a:spcPts val="3013"/>
              </a:lnSpc>
            </a:pPr>
            <a:endParaRPr lang="en-US" sz="2511" b="1" dirty="0">
              <a:solidFill>
                <a:srgbClr val="56AEFF"/>
              </a:solidFill>
              <a:ea typeface="Now Bold"/>
              <a:cs typeface="Now Bold"/>
              <a:sym typeface="Now Bold"/>
            </a:endParaRPr>
          </a:p>
          <a:p>
            <a:pPr>
              <a:lnSpc>
                <a:spcPts val="3013"/>
              </a:lnSpc>
              <a:spcBef>
                <a:spcPct val="0"/>
              </a:spcBef>
            </a:pPr>
            <a:r>
              <a:rPr lang="en-US" sz="2511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 D. SHOW BRANDS</a:t>
            </a:r>
          </a:p>
          <a:p>
            <a:pPr marL="542192" lvl="1" indent="-271096">
              <a:lnSpc>
                <a:spcPts val="3013"/>
              </a:lnSpc>
              <a:buFont typeface="Arial"/>
              <a:buChar char="•"/>
            </a:pPr>
            <a:r>
              <a:rPr lang="en-US" sz="2511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DISPLAYS CURRENT AND UPCOMING BRANDS.</a:t>
            </a:r>
          </a:p>
          <a:p>
            <a:pPr marL="542192" lvl="1" indent="-271096">
              <a:lnSpc>
                <a:spcPts val="3013"/>
              </a:lnSpc>
              <a:buFont typeface="Arial"/>
              <a:buChar char="•"/>
            </a:pPr>
            <a:r>
              <a:rPr lang="en-US" sz="2511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HELPS USERS VIEW INVENTORY AND FUTURE AVAILABILITY.</a:t>
            </a:r>
          </a:p>
          <a:p>
            <a:pPr>
              <a:lnSpc>
                <a:spcPts val="3013"/>
              </a:lnSpc>
            </a:pPr>
            <a:endParaRPr lang="en-US" sz="2511" b="1" dirty="0">
              <a:solidFill>
                <a:srgbClr val="56AEFF"/>
              </a:solidFill>
              <a:ea typeface="Now Bold"/>
              <a:cs typeface="Now Bold"/>
              <a:sym typeface="Now Bold"/>
            </a:endParaRPr>
          </a:p>
          <a:p>
            <a:pPr>
              <a:lnSpc>
                <a:spcPts val="3013"/>
              </a:lnSpc>
              <a:spcBef>
                <a:spcPct val="0"/>
              </a:spcBef>
            </a:pPr>
            <a:r>
              <a:rPr lang="en-US" sz="2511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 E. COMPARE</a:t>
            </a:r>
          </a:p>
          <a:p>
            <a:pPr marL="542192" lvl="1" indent="-271096">
              <a:lnSpc>
                <a:spcPts val="3013"/>
              </a:lnSpc>
              <a:buFont typeface="Arial"/>
              <a:buChar char="•"/>
            </a:pPr>
            <a:r>
              <a:rPr lang="en-US" sz="2511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USERS CAN COMPARE UP TO THREE BIKES SIDE-BY-SIDE.</a:t>
            </a:r>
          </a:p>
          <a:p>
            <a:pPr marL="542192" lvl="1" indent="-271096">
              <a:lnSpc>
                <a:spcPts val="3013"/>
              </a:lnSpc>
              <a:buFont typeface="Arial"/>
              <a:buChar char="•"/>
            </a:pPr>
            <a:r>
              <a:rPr lang="en-US" sz="2511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ATTRIBUTES: ENGINE, MILEAGE, PRICE, QUANTITY, AND RELEASE DATE.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26350" y="333679"/>
            <a:ext cx="8875730" cy="1420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</a:pPr>
            <a:r>
              <a:rPr lang="en-US" sz="8300" b="1" dirty="0">
                <a:solidFill>
                  <a:srgbClr val="56AE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6000" b="1" dirty="0">
                <a:solidFill>
                  <a:srgbClr val="56AEFF"/>
                </a:solidFill>
                <a:latin typeface="+mj-lt"/>
                <a:ea typeface="Canva Sans Bold"/>
                <a:cs typeface="Canva Sans Bold"/>
                <a:sym typeface="Canva Sans Bold"/>
              </a:rPr>
              <a:t>Work </a:t>
            </a:r>
            <a:r>
              <a:rPr lang="en-US" sz="6000" b="1" dirty="0" smtClean="0">
                <a:solidFill>
                  <a:srgbClr val="56AEFF"/>
                </a:solidFill>
                <a:latin typeface="+mj-lt"/>
                <a:ea typeface="Canva Sans Bold"/>
                <a:cs typeface="Canva Sans Bold"/>
                <a:sym typeface="Canva Sans Bold"/>
              </a:rPr>
              <a:t>Completed</a:t>
            </a:r>
            <a:endParaRPr lang="en-US" sz="6000" b="1" dirty="0">
              <a:solidFill>
                <a:srgbClr val="56AEFF"/>
              </a:solidFill>
              <a:latin typeface="+mj-lt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3848100"/>
            <a:ext cx="8132368" cy="53908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342900"/>
            <a:ext cx="10789827" cy="5232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73"/>
              </a:lnSpc>
              <a:spcBef>
                <a:spcPct val="0"/>
              </a:spcBef>
            </a:pPr>
            <a:endParaRPr lang="en-US" sz="4000" b="1" dirty="0" smtClean="0">
              <a:solidFill>
                <a:srgbClr val="56AEFF"/>
              </a:solidFill>
              <a:latin typeface="Now Bold"/>
              <a:ea typeface="Now Bold"/>
              <a:cs typeface="Now Bold"/>
              <a:sym typeface="Now Bold"/>
            </a:endParaRPr>
          </a:p>
          <a:p>
            <a:pPr>
              <a:lnSpc>
                <a:spcPts val="5073"/>
              </a:lnSpc>
              <a:spcBef>
                <a:spcPct val="0"/>
              </a:spcBef>
            </a:pPr>
            <a:endParaRPr lang="en-US" sz="4000" b="1" dirty="0">
              <a:solidFill>
                <a:srgbClr val="56AEFF"/>
              </a:solidFill>
              <a:latin typeface="Now Bold"/>
              <a:ea typeface="Now Bold"/>
              <a:cs typeface="Now Bold"/>
              <a:sym typeface="Now Bold"/>
            </a:endParaRPr>
          </a:p>
          <a:p>
            <a:pPr>
              <a:lnSpc>
                <a:spcPts val="5073"/>
              </a:lnSpc>
              <a:spcBef>
                <a:spcPct val="0"/>
              </a:spcBef>
            </a:pPr>
            <a:r>
              <a:rPr lang="en-US" sz="4000" b="1" dirty="0" smtClean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THIS </a:t>
            </a:r>
            <a:r>
              <a:rPr lang="en-US" sz="4000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WEEK, WE COMPLETED 5 CORE FEATURES USING PHP FOR DYNAMIC DATA HANDLING AND CSS FOR A CLEAN INTERFACE.</a:t>
            </a:r>
          </a:p>
          <a:p>
            <a:pPr>
              <a:lnSpc>
                <a:spcPts val="5073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 </a:t>
            </a:r>
          </a:p>
          <a:p>
            <a:pPr>
              <a:lnSpc>
                <a:spcPts val="5073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56AEFF"/>
                </a:solidFill>
                <a:ea typeface="Now Bold"/>
                <a:cs typeface="Now Bold"/>
                <a:sym typeface="Now Bold"/>
              </a:rPr>
              <a:t>USERS CAN NOW:VIEW AND COMPARE BIKES, BROWSE BRANDS ,LEARN ABOUT THE STORE.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8001" y="-62819"/>
            <a:ext cx="6412260" cy="1419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5400" b="1" dirty="0" smtClean="0">
                <a:solidFill>
                  <a:srgbClr val="56AEFF"/>
                </a:solidFill>
                <a:latin typeface="+mj-lt"/>
                <a:ea typeface="Canva Sans Bold"/>
                <a:cs typeface="Canva Sans Bold"/>
                <a:sym typeface="Canva Sans Bold"/>
              </a:rPr>
              <a:t>Conclusion</a:t>
            </a:r>
            <a:endParaRPr lang="en-US" sz="5400" b="1" dirty="0">
              <a:solidFill>
                <a:srgbClr val="56AEFF"/>
              </a:solidFill>
              <a:latin typeface="+mj-lt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38300"/>
            <a:ext cx="8958851" cy="56079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225</Words>
  <Application>Microsoft Office PowerPoint</Application>
  <PresentationFormat>Custom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Canva Sans Bold</vt:lpstr>
      <vt:lpstr>Now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Store Management System</dc:title>
  <dc:creator>ABIR BOND</dc:creator>
  <cp:lastModifiedBy>ABIR BOND</cp:lastModifiedBy>
  <cp:revision>4</cp:revision>
  <dcterms:created xsi:type="dcterms:W3CDTF">2006-08-16T00:00:00Z</dcterms:created>
  <dcterms:modified xsi:type="dcterms:W3CDTF">2025-06-29T16:38:45Z</dcterms:modified>
  <dc:identifier>DAGrv4YUJUw</dc:identifier>
</cp:coreProperties>
</file>